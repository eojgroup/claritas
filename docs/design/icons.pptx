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75"/>
    <p:restoredTop sz="94684"/>
  </p:normalViewPr>
  <p:slideViewPr>
    <p:cSldViewPr snapToGrid="0">
      <p:cViewPr varScale="1">
        <p:scale>
          <a:sx n="112" d="100"/>
          <a:sy n="112" d="100"/>
        </p:scale>
        <p:origin x="22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6960-C892-15A6-945E-A43CBB0E9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062F1-147C-28F3-D7A7-0DE39AF08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0B070-EF9F-A0D7-6083-31E26D7D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FE697-276E-ED45-729C-D7DA59F5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54D43-23E6-506E-2FDF-5516E332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1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11C8-80E6-43AC-0770-A6CD8034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82744-C5E4-1E5C-CDA2-DB78BC51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F885A-6078-8C22-AEF7-4FF7DF6A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E7B6A-F8B9-A1E8-84FA-459DCCF8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DEB77-4C4F-95EC-0B34-A87E1016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3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CFB9-E74E-2165-6811-36D3EE4B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BA562-5E37-24D2-6DD4-DDA8851F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457A-C3E9-010F-FA9A-C3A494FC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8F7D3-7022-7018-A992-F1DFF5F3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926B-FFEE-D865-4E0C-956F1991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2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5B85-A2C8-4685-EF35-A5010D39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2AC0D-4127-5A13-368C-9DE4DFEF3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8F625-F8D4-FE30-9748-38CC1A82F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F54DC-4A34-18AA-D611-69818AEC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885B4-1AEB-0B0F-D9DB-DA3472B5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526AB-3D3A-84A9-F84B-F004953D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9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06A9-BD14-2D88-4345-A6A0CAC7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0115B-06D5-3BE2-E132-167AF5373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F9DF2-A7F0-89A1-CF8F-5595D7CD5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18B84-9A70-45B5-26CF-969D9E50C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8E420-59C2-CD31-BCC9-2EC171DEF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6F555-8964-9D6D-40E6-439C52B4A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96875-98D3-257C-2624-4D69DCD6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26A47-9EA5-99E8-00A2-E91AF889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4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088B-5640-F8D1-4F46-EC1DA0F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BEDEB-809E-1206-B483-432D973ED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65D0B-CD35-DEE0-768A-EE939C2F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08774-5A59-988A-2A8E-D074E943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1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545E1-C68E-0B0D-E562-6E658F515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AB43-40F7-B2C9-EC3B-151DE5A5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B7CD-5805-A99B-D913-9AE1B328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1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BC2B-2641-FDD4-702D-B7DDE0742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DA473-0582-BD87-223A-B107557C3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BBE62-D6BA-707F-6DA3-BEC55FBD9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80860-AE7B-2B74-E9BE-8CB9EF4B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CEEDF-EA1B-BAAD-F917-D03AB85B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6712-556A-44A4-3C02-B4251A4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7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1EF6-86BC-E865-B2CD-C417A0CD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C3309-EC8A-AE2E-BE43-1FFA94FA4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5C329-464B-75EF-D5E9-986AACABF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09F79-CEE3-E545-E84A-7F63CFA8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02F47-74DF-D09F-F350-38640B2F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519D4-378F-CE98-A885-F9ACDB2A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7363-6C06-00C8-7641-350046B1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24DF7-1589-71DF-0980-11DF6A3BA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8424-A331-E5B6-D6BB-5E594658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E25FF-13A0-7A69-F876-E122AD85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CF627-B00C-73DC-8E58-12E145EB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4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58229-C794-CF5F-27E2-24ED4880A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B223B-7806-3D12-A80A-907C85368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E2F54-2A40-4AE7-4AEA-139238AB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AF6C1-AF75-2884-9794-B335531C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706D-28A1-D7FF-0CA4-5CB8080B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7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8C29DD-A89C-6F8E-7F9F-DF4C16B7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A070A-39FC-C482-CAF5-3B3CD9B66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A5AFC-2C3A-3F3D-A99E-EDAF669A6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7AA69-BA08-CD47-B6FE-4B325B8BBCE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5AA90-02B1-1248-58B3-2C0488315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FF4E-7116-E979-4D0D-FD6F854A5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D0B46-3FA8-E146-A2D8-649D6F45D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6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E525A3-DECC-AE9E-BC04-E95E58A76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463800"/>
            <a:ext cx="2895600" cy="193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B4642C-E35D-8580-4565-2B84EBCEA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36" y="2628557"/>
            <a:ext cx="29083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19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Jacobson</dc:creator>
  <cp:lastModifiedBy>Lars Jacobson</cp:lastModifiedBy>
  <cp:revision>1</cp:revision>
  <dcterms:created xsi:type="dcterms:W3CDTF">2025-08-31T18:17:07Z</dcterms:created>
  <dcterms:modified xsi:type="dcterms:W3CDTF">2025-08-31T18:33:09Z</dcterms:modified>
</cp:coreProperties>
</file>